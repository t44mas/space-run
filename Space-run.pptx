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0" r:id="rId5"/>
    <p:sldId id="258" r:id="rId6"/>
    <p:sldId id="259" r:id="rId7"/>
    <p:sldId id="267" r:id="rId8"/>
    <p:sldId id="264" r:id="rId9"/>
    <p:sldId id="262" r:id="rId10"/>
    <p:sldId id="265" r:id="rId11"/>
    <p:sldId id="266" r:id="rId12"/>
    <p:sldId id="268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11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27E42C2-4269-4D50-BBE1-5FC6633FD679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9BE872F-240F-4ADB-B90A-7CF5413CF957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1687882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E42C2-4269-4D50-BBE1-5FC6633FD679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E872F-240F-4ADB-B90A-7CF5413CF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3610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7E42C2-4269-4D50-BBE1-5FC6633FD679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BE872F-240F-4ADB-B90A-7CF5413CF95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694166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E42C2-4269-4D50-BBE1-5FC6633FD679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E872F-240F-4ADB-B90A-7CF5413CF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087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E42C2-4269-4D50-BBE1-5FC6633FD679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E872F-240F-4ADB-B90A-7CF5413CF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342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E42C2-4269-4D50-BBE1-5FC6633FD679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E872F-240F-4ADB-B90A-7CF5413CF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714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E42C2-4269-4D50-BBE1-5FC6633FD679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E872F-240F-4ADB-B90A-7CF5413CF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699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7E42C2-4269-4D50-BBE1-5FC6633FD679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BE872F-240F-4ADB-B90A-7CF5413CF957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95681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7E42C2-4269-4D50-BBE1-5FC6633FD679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BE872F-240F-4ADB-B90A-7CF5413CF957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19266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E42C2-4269-4D50-BBE1-5FC6633FD679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E872F-240F-4ADB-B90A-7CF5413CF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278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E42C2-4269-4D50-BBE1-5FC6633FD679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E872F-240F-4ADB-B90A-7CF5413CF9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80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27E42C2-4269-4D50-BBE1-5FC6633FD679}" type="datetimeFigureOut">
              <a:rPr lang="ru-RU" smtClean="0"/>
              <a:t>04.02.2025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99BE872F-240F-4ADB-B90A-7CF5413CF957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48256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CE901-6277-4174-D592-D830FF3997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Space-run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53F3D7-06D8-0B0F-FABC-73E337C632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Мотин Артём</a:t>
            </a:r>
          </a:p>
          <a:p>
            <a:pPr algn="r"/>
            <a:r>
              <a:rPr lang="ru-RU" dirty="0"/>
              <a:t>Трунов Степан</a:t>
            </a:r>
          </a:p>
        </p:txBody>
      </p:sp>
    </p:spTree>
    <p:extLst>
      <p:ext uri="{BB962C8B-B14F-4D97-AF65-F5344CB8AC3E}">
        <p14:creationId xmlns:p14="http://schemas.microsoft.com/office/powerpoint/2010/main" val="3784945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F863FF-9850-4483-045B-C9A0C1CC6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игры</a:t>
            </a:r>
            <a:br>
              <a:rPr lang="ru-RU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b="0" i="1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Space-run</a:t>
            </a:r>
            <a:r>
              <a:rPr lang="en-US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B78C4B-D0C0-2C50-0ECE-71A22398C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0" i="0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«</a:t>
            </a:r>
            <a:r>
              <a:rPr lang="ru-RU" sz="2400" b="0" i="1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Space-</a:t>
            </a:r>
            <a:r>
              <a:rPr lang="ru-RU" sz="2400" b="0" i="1" dirty="0" err="1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ru-RU" sz="2400" b="0" i="0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»: Это </a:t>
            </a:r>
            <a:r>
              <a:rPr lang="ru-RU" sz="2400" b="0" i="1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маленькая аркадная игра</a:t>
            </a:r>
            <a:r>
              <a:rPr lang="ru-RU" sz="2400" b="0" i="0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где игроку предстоит управлять космическим кораблём, который должен уничтожить вражеские корабли и убить главного босса . Враги будут лететь по разным траекториям и пытаться сбить корабль игрока. Игрок должен уворачиваться и стрелять по врагам. Так же в этой игре будут разные улучшения, которые помогут при прохождении. В этой игре будут несколько типов врагов и финальный босс</a:t>
            </a:r>
            <a:r>
              <a:rPr lang="en-US" sz="2400" b="0" i="0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2400" b="0" i="0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анимации взрыва и различные звуковые эффекты </a:t>
            </a:r>
            <a:endParaRPr lang="ru-R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730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93C9D9-29EE-6082-B046-93D5CBDA8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33539"/>
            <a:ext cx="9601200" cy="14859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Основное меню 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4D6D186-A505-A33A-1FEB-92B38C647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997766"/>
            <a:ext cx="9601200" cy="3581400"/>
          </a:xfrm>
        </p:spPr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При запуске игры вы увидите стартовое меню с музыкой и  кнопками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Начать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”, “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Рекорды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Выйти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Эти кнопки полностью работающие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536" y="2483666"/>
            <a:ext cx="7507706" cy="422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1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19F9A-B29E-00F9-C7D6-5A5B0CEC0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9899"/>
            <a:ext cx="9601200" cy="14859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3B15F8-0002-8746-0DB1-15D1D5D4C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992849"/>
            <a:ext cx="9601200" cy="3581400"/>
          </a:xfrm>
        </p:spPr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Игра состоит из двух уровней на каждом из которых по несколько врагов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Игрок должен уклоняться от врагов, убивая их и зарабатывая очки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При получении урон от пуль или столкновении с врагом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hp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сверху слева уменьшается, так же рядом с ним показывается кол-во убитых врагов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Враги вылетевшие за пределы экрана перемещаются наверх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930954-513A-2EE2-3A93-4F50FE894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428" y="2616451"/>
            <a:ext cx="5182772" cy="290246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C342F1-56B4-4D40-1E42-DC5094A1F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189" y="2616451"/>
            <a:ext cx="5244528" cy="289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530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A4C7A-2F0C-B630-DF4D-B4B2FDDE4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88271"/>
            <a:ext cx="9601200" cy="14859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Разные типы врагов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1F78E3-A173-4049-E80C-D755FBF73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895916"/>
            <a:ext cx="9601200" cy="5704060"/>
          </a:xfrm>
        </p:spPr>
        <p:txBody>
          <a:bodyPr/>
          <a:lstStyle/>
          <a:p>
            <a:r>
              <a:rPr lang="ru-RU" b="1" i="1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обычный корабль </a:t>
            </a:r>
            <a:r>
              <a:rPr lang="ru-RU" b="0" i="0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– передвигаетс</a:t>
            </a:r>
            <a:r>
              <a:rPr lang="ru-RU" dirty="0">
                <a:solidFill>
                  <a:srgbClr val="1F23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я из сторон, стреляя</a:t>
            </a:r>
            <a:endParaRPr lang="en-US" dirty="0">
              <a:solidFill>
                <a:srgbClr val="1F232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ru-RU" dirty="0">
              <a:solidFill>
                <a:srgbClr val="1F232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b="1" i="1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тяжелый корабль </a:t>
            </a:r>
            <a:r>
              <a:rPr lang="ru-RU" b="0" i="0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– передвигается вперед, немного меняя                         направление и стреляя большими снарядами 	</a:t>
            </a:r>
            <a:endParaRPr lang="en-US" b="0" i="0" dirty="0">
              <a:solidFill>
                <a:srgbClr val="1F2328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ru-RU" dirty="0">
              <a:solidFill>
                <a:srgbClr val="1F232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b="1" i="1" dirty="0">
                <a:solidFill>
                  <a:srgbClr val="1F23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</a:t>
            </a:r>
            <a:r>
              <a:rPr lang="ru-RU" b="1" i="1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аневренный корабль </a:t>
            </a:r>
            <a:r>
              <a:rPr lang="ru-RU" b="0" i="0" dirty="0">
                <a:solidFill>
                  <a:srgbClr val="1F2328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– передвигается, отскакивая от стен очень быстро </a:t>
            </a:r>
            <a:endParaRPr lang="en-US" b="0" i="0" dirty="0">
              <a:solidFill>
                <a:srgbClr val="1F2328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ru-RU" b="0" i="0" dirty="0">
              <a:solidFill>
                <a:srgbClr val="1F2328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b="1" i="1" dirty="0">
                <a:latin typeface="Calibri" panose="020F0502020204030204" pitchFamily="34" charset="0"/>
                <a:cs typeface="Calibri" panose="020F0502020204030204" pitchFamily="34" charset="0"/>
              </a:rPr>
              <a:t>самонаводящаяся ракета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– летит по кратчайшему расстояние                                к игроку и взрывается при приближении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b="1" i="1" dirty="0">
                <a:latin typeface="Calibri" panose="020F0502020204030204" pitchFamily="34" charset="0"/>
                <a:cs typeface="Calibri" panose="020F0502020204030204" pitchFamily="34" charset="0"/>
              </a:rPr>
              <a:t>сам игрок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– летает и стреляет во врагов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так же у на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shift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может ненадолго ускориться(понять когда ускорение перезарядилось можно по значку около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hp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BEF3CE-4143-7535-DB70-44FDFB9BF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625" y="1102456"/>
            <a:ext cx="788631" cy="68891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A8CF7D-3163-675C-1930-827411EB9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816" y="1129132"/>
            <a:ext cx="304843" cy="59063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0812845-FE34-96E4-8EED-5AD20E03E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023" y="2155744"/>
            <a:ext cx="1314633" cy="57158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4F1489E-0B92-1D85-6BC1-CB1F4C732A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566" y="1935451"/>
            <a:ext cx="428685" cy="86689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4C561B7-A250-B54F-0ED4-E8C9CA1607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7398" y="3334804"/>
            <a:ext cx="600159" cy="36200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1690E65-9894-F46F-7AA3-991BEC2505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8058" y="3243051"/>
            <a:ext cx="228632" cy="50489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BE65A47-462F-98F1-D4FC-3DA9F1E7D0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9062" y="4238040"/>
            <a:ext cx="390580" cy="514422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D815143-3F31-6CE9-D9EB-CD5A4A0CC9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5097" y="4163964"/>
            <a:ext cx="600159" cy="59233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79A7EB3-5610-37C2-2247-6FB059B023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9828" y="5836236"/>
            <a:ext cx="600159" cy="58496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AFC64CB-9745-D4F5-027A-BD669B395B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21904" y="5836236"/>
            <a:ext cx="319072" cy="58496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16F4246-0BF6-77D2-5D28-E181419A979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8359" y="5666515"/>
            <a:ext cx="1705206" cy="94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27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019667-2DD4-9CEB-6499-3469CCC51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События игры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243302-4F4E-E73F-5BDD-BE9307822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 этой игре также иногда происходят события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1" i="1" dirty="0">
                <a:latin typeface="Calibri" panose="020F0502020204030204" pitchFamily="34" charset="0"/>
                <a:cs typeface="Calibri" panose="020F0502020204030204" pitchFamily="34" charset="0"/>
              </a:rPr>
              <a:t>Лазер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– через некоторое время с предварительным предупреждением  выстреливает лазер с левой части экрана и каждую секунду бьет игрока</a:t>
            </a: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HP-boost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- – через некоторое время появляется с и падет вниз по экрану, при столкновении восстанавливает 3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hp 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C9480D-3B17-8A6D-B2B3-2A1B962C7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429000"/>
            <a:ext cx="10284551" cy="44459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9991DEA-F81B-3B63-F8EC-DAB1461E5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749840"/>
            <a:ext cx="762106" cy="76210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303BB33-9ABC-4547-58CC-D26651397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9512" y="2743112"/>
            <a:ext cx="790685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907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CA6297-CBB7-BD80-5450-B37C5FEB6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47650"/>
            <a:ext cx="9601200" cy="14859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Анимации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45DC0F-000C-CB81-F065-34CD36F13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145264"/>
            <a:ext cx="9601200" cy="3581400"/>
          </a:xfrm>
        </p:spPr>
        <p:txBody>
          <a:bodyPr/>
          <a:lstStyle/>
          <a:p>
            <a:r>
              <a:rPr lang="ru-RU" dirty="0"/>
              <a:t>В </a:t>
            </a:r>
            <a:r>
              <a:rPr lang="en-US" dirty="0"/>
              <a:t>“</a:t>
            </a:r>
            <a:r>
              <a:rPr lang="en-US" i="1" dirty="0"/>
              <a:t>Space-run</a:t>
            </a:r>
            <a:r>
              <a:rPr lang="en-US" dirty="0"/>
              <a:t>” </a:t>
            </a:r>
            <a:r>
              <a:rPr lang="ru-RU" dirty="0"/>
              <a:t>есть </a:t>
            </a:r>
            <a:r>
              <a:rPr lang="ru-RU" i="1" dirty="0"/>
              <a:t>анимации взрывов врагов и ракет</a:t>
            </a:r>
            <a:r>
              <a:rPr lang="en-US" dirty="0"/>
              <a:t>, </a:t>
            </a:r>
            <a:r>
              <a:rPr lang="ru-RU" dirty="0"/>
              <a:t>также ко всем действиям в игре добавлены соответствующие </a:t>
            </a:r>
            <a:r>
              <a:rPr lang="ru-RU" i="1" dirty="0"/>
              <a:t>звуковые эффекты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CD07827-EB32-57F2-AACD-39D778588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916" y="1943181"/>
            <a:ext cx="3824607" cy="297163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27FB86-97E4-0FEE-E1E1-CAA84765C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643" y="1943181"/>
            <a:ext cx="5554473" cy="75162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2BACDE3-7C00-22FA-AD35-C9DB43659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8643" y="2840644"/>
            <a:ext cx="2498265" cy="206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687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11EE2D-3D40-FB91-F2C6-4986965CB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0"/>
            <a:ext cx="9601200" cy="14859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C3AFFA-E328-45DA-E667-2BFDA9B74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923731"/>
            <a:ext cx="9601200" cy="3581400"/>
          </a:xfrm>
        </p:spPr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Первый уровень состоит из 5 волн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постепенно нападающих на игрока </a:t>
            </a:r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E94982FB-64BA-883E-76F0-B653DF6E0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52" y="1780728"/>
            <a:ext cx="3923920" cy="220720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983D0D-0FA1-0675-3984-E11DD542A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517" y="1780727"/>
            <a:ext cx="3923922" cy="220720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679F717-AA95-F608-60E0-F7FC40FF4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084" y="1797642"/>
            <a:ext cx="3308026" cy="220720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15B5BEE-37CC-7742-0A7D-15174F3602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7281" y="4132079"/>
            <a:ext cx="4125878" cy="232080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E6A19E6-04C6-3735-2EF0-092CB89010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8483" y="4132079"/>
            <a:ext cx="4299202" cy="232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142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0B4F5D-ADD7-FC86-6D24-1AE885395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218"/>
            <a:ext cx="9601200" cy="14859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Босс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“MEGABOSS3000”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EDCCDF-07DE-C391-AE23-9254FED12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822168"/>
            <a:ext cx="9601200" cy="4350191"/>
          </a:xfrm>
        </p:spPr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Появляется после 5 волны, стреляет лазером, двигается в сторону игрока, имеет две фазы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1)Летает из стороны в сторону, нацеливаясь на игрока лазером</a:t>
            </a:r>
          </a:p>
          <a:p>
            <a:pPr marL="0" indent="0"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2) Начинает выпускать ракеты и стрелять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отскакивающимися от стен снарядами </a:t>
            </a:r>
          </a:p>
          <a:p>
            <a:pPr marL="0" indent="0"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Так же все это время частота </a:t>
            </a:r>
            <a:r>
              <a:rPr lang="ru-RU" dirty="0" err="1">
                <a:latin typeface="Calibri" panose="020F0502020204030204" pitchFamily="34" charset="0"/>
                <a:cs typeface="Calibri" panose="020F0502020204030204" pitchFamily="34" charset="0"/>
              </a:rPr>
              <a:t>спавна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лазеров увеличивается и их может появляться по две штуки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546843-FDFE-12E8-A143-20DF4E181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563" y="3561274"/>
            <a:ext cx="2456172" cy="137088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A6F039-E1BC-2FD7-9C42-F2D334F08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742" y="2869383"/>
            <a:ext cx="6426076" cy="361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099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4938D0-D249-171E-64EB-0EAC2B4C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88272"/>
            <a:ext cx="9601200" cy="14859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Проигрыш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0C01BE-0EB5-239D-732C-408F2FEC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181477"/>
            <a:ext cx="9601200" cy="3581400"/>
          </a:xfrm>
        </p:spPr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При проигрыше у вас появляется окно, где написан ваш общий счет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 этом окне вы можете попробовать сыграть снова или выйти в меню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747" y="1985120"/>
            <a:ext cx="7964905" cy="447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81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E6CA97-3C4C-C834-24B0-D3A551378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88271"/>
            <a:ext cx="9601200" cy="14859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Рекорды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74BB5C-8FC7-11C0-865F-2830C699B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109050"/>
            <a:ext cx="9601200" cy="3581400"/>
          </a:xfrm>
        </p:spPr>
        <p:txBody>
          <a:bodyPr/>
          <a:lstStyle/>
          <a:p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При нажатии на кнопку рекорды в меню вам откроется таблица ваших последних рекордов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Здесь подробно расписана статистика каждой попытки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AFB5EC-D238-CDF4-D832-F7FD3A2D2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324" y="1870672"/>
            <a:ext cx="82296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912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197767-32D6-D2A3-4EDB-3583D0273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Победа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005622-2BBD-B3C5-041F-8F9E5E4B4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После прохождения босса вас встречает окно с поздравлениями о прохождении игры, а также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ваша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статистика!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158" y="2983841"/>
            <a:ext cx="6890084" cy="387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826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08474-422B-9221-A70F-B28B999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686050"/>
            <a:ext cx="9601200" cy="1485900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!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588907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274</TotalTime>
  <Words>403</Words>
  <Application>Microsoft Office PowerPoint</Application>
  <PresentationFormat>Широкоэкранный</PresentationFormat>
  <Paragraphs>42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Franklin Gothic Book</vt:lpstr>
      <vt:lpstr>Times New Roman</vt:lpstr>
      <vt:lpstr>Уголки</vt:lpstr>
      <vt:lpstr>Space-run</vt:lpstr>
      <vt:lpstr>Описание игры “Space-run”</vt:lpstr>
      <vt:lpstr>Основное меню </vt:lpstr>
      <vt:lpstr>Игра</vt:lpstr>
      <vt:lpstr>Разные типы врагов </vt:lpstr>
      <vt:lpstr>События игры </vt:lpstr>
      <vt:lpstr>Анимации </vt:lpstr>
      <vt:lpstr>1 Уровень</vt:lpstr>
      <vt:lpstr>Босс “MEGABOSS3000”</vt:lpstr>
      <vt:lpstr>Проигрыш</vt:lpstr>
      <vt:lpstr>Рекорды</vt:lpstr>
      <vt:lpstr>Победа</vt:lpstr>
      <vt:lpstr>Спасибо за внимание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Space-run</dc:title>
  <dc:creator>Arti</dc:creator>
  <cp:lastModifiedBy>MIX PC</cp:lastModifiedBy>
  <cp:revision>6</cp:revision>
  <dcterms:created xsi:type="dcterms:W3CDTF">2025-02-03T18:02:41Z</dcterms:created>
  <dcterms:modified xsi:type="dcterms:W3CDTF">2025-02-04T12:04:08Z</dcterms:modified>
</cp:coreProperties>
</file>